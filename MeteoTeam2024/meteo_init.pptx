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sk-SK" alt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C31F6-05A8-4A19-9E83-02A1EB1957A8}" type="datetimeFigureOut">
              <a:rPr lang="sk-SK" smtClean="0"/>
              <a:t>21. 2. 2024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1D20C-0D09-4209-9EE9-260D9F2A60B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7504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 Flavor=Light 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numCol="1"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 numCol="1"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F3CA1B51-AE93-4529-89CB-43D80217BA1E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4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 Flavor=Light 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C5B28656-9F78-409D-B7AF-2FFB651D9525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6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 Flavor=Light 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numCol="1"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 numCol="1"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1D918D29-2217-4201-B73D-3AF747DC7B4B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1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 Flavor=Light 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060E6EFA-B2F7-4642-BE81-79A6480A2D15}" type="datetime1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3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 Flavor=Light 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numCol="1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numCol="1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150094A3-2709-49A4-8859-7A4C0C8837DA}" type="datetime1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2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 Flavor=Light 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 numCol="1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BAA2BE3-6A67-4D72-8F73-6E8845742D82}" type="datetime1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2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CC556A4A-7260-44BF-91A6-BB608AA954CE}" type="datetime1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2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 Mask position=bottom, center 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16E566A-BD91-44A1-9DC1-AB1B4962E734}" type="datetime1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3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 Flavor=Light 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numCol="1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numCol="1"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 numCol="1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84DDE942-570B-4711-AA45-57B42BEA6F5A}" type="datetime1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1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 Flavor=Light 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numCol="1"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 numCol="1"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4966083-3285-4D55-AB4A-1218373D0287}" type="datetime1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3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0B66E992-4A96-4EA2-9DFA-6CFB35AB5B0C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24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43AB95B-4427-4024-B512-B3D2E18926CA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4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37168-23FD-4986-9933-32B69E135F6D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0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4E0904-5ABD-4DC7-8562-C38580C9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4D0A0E7E-026C-0232-5FE3-C95B13E91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15" b="1001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BA8D33-8F80-E6F4-54B5-0C7C01E01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numCol="1" anchor="b">
            <a:normAutofit/>
          </a:bodyPr>
          <a:lstStyle/>
          <a:p>
            <a:r>
              <a:rPr lang="sk-SK" altLang="sk-SK" sz="4400" dirty="0" err="1"/>
              <a:t>Meteo</a:t>
            </a:r>
            <a:r>
              <a:rPr lang="sk-SK" altLang="sk-SK" sz="4400" dirty="0"/>
              <a:t>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515E4-1A7B-0B13-3699-4E2BB05F3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 numCol="1">
            <a:normAutofit fontScale="85000" lnSpcReduction="20000"/>
          </a:bodyPr>
          <a:lstStyle/>
          <a:p>
            <a:r>
              <a:rPr lang="sk-SK" altLang="sk-SK" sz="2000" dirty="0"/>
              <a:t>PROCESS CONTROL PROJECT</a:t>
            </a:r>
            <a:endParaRPr lang="en-US" sz="2000" dirty="0"/>
          </a:p>
          <a:p>
            <a:r>
              <a:rPr lang="en-US" sz="2000" dirty="0"/>
              <a:t>Initial presentation</a:t>
            </a:r>
            <a:endParaRPr lang="sk-SK" altLang="sk-SK" sz="2000" dirty="0"/>
          </a:p>
        </p:txBody>
      </p:sp>
    </p:spTree>
    <p:extLst>
      <p:ext uri="{BB962C8B-B14F-4D97-AF65-F5344CB8AC3E}">
        <p14:creationId xmlns:p14="http://schemas.microsoft.com/office/powerpoint/2010/main" val="358717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EBEEB-092A-C14A-349F-1FB56238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FC3D-CBB1-A8F2-A7F6-B149D19E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4533900" cy="2344010"/>
          </a:xfrm>
        </p:spPr>
        <p:txBody>
          <a:bodyPr numCol="1"/>
          <a:lstStyle/>
          <a:p>
            <a:pPr marL="0" indent="0">
              <a:buNone/>
            </a:pPr>
            <a:r>
              <a:rPr lang="en-US" dirty="0"/>
              <a:t>week 1</a:t>
            </a:r>
          </a:p>
          <a:p>
            <a:r>
              <a:rPr lang="en-US" dirty="0"/>
              <a:t>members selection</a:t>
            </a:r>
          </a:p>
          <a:p>
            <a:r>
              <a:rPr lang="en-US" dirty="0"/>
              <a:t>work distribution</a:t>
            </a:r>
          </a:p>
          <a:p>
            <a:r>
              <a:rPr lang="en-US" dirty="0"/>
              <a:t>initial presentation work</a:t>
            </a:r>
            <a:endParaRPr lang="sk-SK" altLang="sk-S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DCB2D6-193E-B1CC-9D10-61591BF78B65}"/>
              </a:ext>
            </a:extLst>
          </p:cNvPr>
          <p:cNvSpPr txBox="1">
            <a:spLocks/>
          </p:cNvSpPr>
          <p:nvPr/>
        </p:nvSpPr>
        <p:spPr>
          <a:xfrm>
            <a:off x="6113229" y="2006764"/>
            <a:ext cx="5257800" cy="388819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week 2-3</a:t>
            </a:r>
          </a:p>
          <a:p>
            <a:r>
              <a:rPr lang="sk-SK" altLang="sk-SK" dirty="0" err="1"/>
              <a:t>deciding</a:t>
            </a:r>
            <a:r>
              <a:rPr lang="sk-SK" altLang="sk-SK" dirty="0"/>
              <a:t> on </a:t>
            </a:r>
            <a:r>
              <a:rPr lang="sk-SK" altLang="sk-SK" dirty="0" err="1"/>
              <a:t>sensors</a:t>
            </a:r>
            <a:r>
              <a:rPr lang="sk-SK" altLang="sk-SK" dirty="0"/>
              <a:t> and </a:t>
            </a:r>
            <a:r>
              <a:rPr lang="sk-SK" altLang="sk-SK" dirty="0" err="1"/>
              <a:t>electronic</a:t>
            </a:r>
            <a:r>
              <a:rPr lang="sk-SK" altLang="sk-SK" dirty="0"/>
              <a:t> </a:t>
            </a:r>
            <a:r>
              <a:rPr lang="sk-SK" altLang="sk-SK" dirty="0" err="1"/>
              <a:t>parts</a:t>
            </a:r>
            <a:endParaRPr lang="en-US" dirty="0"/>
          </a:p>
          <a:p>
            <a:r>
              <a:rPr lang="sk-SK" altLang="sk-SK" dirty="0" err="1"/>
              <a:t>consulting</a:t>
            </a:r>
            <a:r>
              <a:rPr lang="sk-SK" altLang="sk-SK" dirty="0"/>
              <a:t>, </a:t>
            </a:r>
            <a:r>
              <a:rPr lang="sk-SK" altLang="sk-SK" dirty="0" err="1"/>
              <a:t>connecting</a:t>
            </a:r>
            <a:r>
              <a:rPr lang="sk-SK" altLang="sk-SK" dirty="0"/>
              <a:t> to </a:t>
            </a:r>
            <a:r>
              <a:rPr lang="sk-SK" altLang="sk-SK" dirty="0" err="1"/>
              <a:t>an</a:t>
            </a:r>
            <a:r>
              <a:rPr lang="sk-SK" altLang="sk-SK" dirty="0"/>
              <a:t> MCU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94A4E-4999-5509-4CBE-8C64CD6F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B602-DAED-58A7-04C2-EF82769D0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94F7-1BA7-ED0E-F517-5797CA9D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23C3FA-CECD-AEFA-94D6-68ED8119BB4C}"/>
              </a:ext>
            </a:extLst>
          </p:cNvPr>
          <p:cNvSpPr txBox="1">
            <a:spLocks/>
          </p:cNvSpPr>
          <p:nvPr/>
        </p:nvSpPr>
        <p:spPr>
          <a:xfrm>
            <a:off x="6113229" y="2006765"/>
            <a:ext cx="5257800" cy="421739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k-SK" altLang="sk-SK" dirty="0" err="1"/>
              <a:t>week</a:t>
            </a:r>
            <a:r>
              <a:rPr lang="sk-SK" altLang="sk-SK" dirty="0"/>
              <a:t> 4-5</a:t>
            </a:r>
            <a:endParaRPr lang="en-US" dirty="0"/>
          </a:p>
          <a:p>
            <a:r>
              <a:rPr lang="en-US" dirty="0"/>
              <a:t>working on a 3D model for the </a:t>
            </a:r>
            <a:r>
              <a:rPr lang="en-US" dirty="0" err="1"/>
              <a:t>meteo</a:t>
            </a:r>
            <a:r>
              <a:rPr lang="en-US" dirty="0"/>
              <a:t> device in Fusion360</a:t>
            </a:r>
          </a:p>
          <a:p>
            <a:r>
              <a:rPr lang="sk-SK" altLang="sk-SK" dirty="0" err="1"/>
              <a:t>finishing</a:t>
            </a:r>
            <a:r>
              <a:rPr lang="sk-SK" altLang="sk-SK" dirty="0"/>
              <a:t> </a:t>
            </a:r>
            <a:r>
              <a:rPr lang="sk-SK" altLang="sk-SK" dirty="0" err="1"/>
              <a:t>the</a:t>
            </a:r>
            <a:r>
              <a:rPr lang="sk-SK" altLang="sk-SK" dirty="0"/>
              <a:t> model, </a:t>
            </a:r>
            <a:r>
              <a:rPr lang="sk-SK" altLang="sk-SK" dirty="0" err="1"/>
              <a:t>consulting</a:t>
            </a:r>
            <a:endParaRPr lang="sk-SK" altLang="sk-SK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981783-82F5-8A5A-82E8-6973EC89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4492336" cy="3765665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sk-SK" altLang="sk-SK" dirty="0" err="1"/>
              <a:t>week</a:t>
            </a:r>
            <a:r>
              <a:rPr lang="sk-SK" altLang="sk-SK" dirty="0"/>
              <a:t> </a:t>
            </a:r>
            <a:r>
              <a:rPr lang="en-US" dirty="0"/>
              <a:t>3-4</a:t>
            </a:r>
          </a:p>
          <a:p>
            <a:r>
              <a:rPr lang="en-US" altLang="sk-SK" dirty="0">
                <a:latin typeface="Century Gothic(body)"/>
              </a:rPr>
              <a:t>programming</a:t>
            </a:r>
            <a:r>
              <a:rPr kumimoji="0" lang="en-US" altLang="sk-SK" sz="2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entury Gothic(body)"/>
              </a:rPr>
              <a:t> the sensors to process the measurements</a:t>
            </a:r>
          </a:p>
          <a:p>
            <a:r>
              <a:rPr kumimoji="0" lang="en-US" altLang="sk-SK" sz="2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entury Gothic(body)"/>
              </a:rPr>
              <a:t>testing the output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654EB6-9C88-E314-24FC-5936F715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3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5CA6B-78B8-610B-227E-47E537F1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582E-411D-0EFE-0AFD-EB98BBFB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BF5C-3336-4DA7-A383-536A0558F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4492336" cy="3765665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sk-SK" altLang="sk-SK" dirty="0" err="1"/>
              <a:t>week</a:t>
            </a:r>
            <a:r>
              <a:rPr lang="sk-SK" altLang="sk-SK" dirty="0"/>
              <a:t> </a:t>
            </a:r>
            <a:r>
              <a:rPr lang="en-US" dirty="0"/>
              <a:t>5-9</a:t>
            </a:r>
          </a:p>
          <a:p>
            <a:r>
              <a:rPr lang="en-US" altLang="sk-SK" dirty="0">
                <a:latin typeface="Century Gothic(body)"/>
              </a:rPr>
              <a:t>printing and assembling all parts  </a:t>
            </a:r>
            <a:endParaRPr kumimoji="0" lang="en-US" altLang="sk-SK" sz="2800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Century Gothic(body)"/>
            </a:endParaRPr>
          </a:p>
          <a:p>
            <a:r>
              <a:rPr lang="en-US" altLang="sk-SK" dirty="0">
                <a:solidFill>
                  <a:srgbClr val="2B2B2B"/>
                </a:solidFill>
                <a:latin typeface="Century Gothic(body)"/>
              </a:rPr>
              <a:t>c</a:t>
            </a:r>
            <a:r>
              <a:rPr kumimoji="0" lang="en-US" altLang="sk-SK" sz="2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entury Gothic(body)"/>
              </a:rPr>
              <a:t>onsulting and correcting the printed parts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5E73BE-5D63-A771-7808-019179E82A3D}"/>
              </a:ext>
            </a:extLst>
          </p:cNvPr>
          <p:cNvSpPr txBox="1">
            <a:spLocks/>
          </p:cNvSpPr>
          <p:nvPr/>
        </p:nvSpPr>
        <p:spPr>
          <a:xfrm>
            <a:off x="6113229" y="2006765"/>
            <a:ext cx="5257800" cy="422778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k-SK" altLang="sk-SK" dirty="0" err="1"/>
              <a:t>week</a:t>
            </a:r>
            <a:r>
              <a:rPr lang="sk-SK" altLang="sk-SK" dirty="0"/>
              <a:t> </a:t>
            </a:r>
            <a:r>
              <a:rPr lang="en-US" dirty="0"/>
              <a:t>10-12</a:t>
            </a:r>
          </a:p>
          <a:p>
            <a:r>
              <a:rPr lang="en-US" dirty="0"/>
              <a:t>integration of VESNA </a:t>
            </a:r>
            <a:r>
              <a:rPr lang="en-US" dirty="0" err="1"/>
              <a:t>meteo</a:t>
            </a:r>
            <a:r>
              <a:rPr lang="en-US" dirty="0"/>
              <a:t> device using API</a:t>
            </a:r>
          </a:p>
          <a:p>
            <a:r>
              <a:rPr lang="en-US" dirty="0"/>
              <a:t>setting up the device on an IoT cloud services</a:t>
            </a:r>
          </a:p>
          <a:p>
            <a:r>
              <a:rPr lang="en-US" dirty="0"/>
              <a:t>programming the MCU to send measurements to the cloud service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8F0B5-58F2-FE30-343B-3590CBF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72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A9EA9-9CB5-2753-C1B1-9152B578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2A51-655D-C9DE-7C3F-53E94EDF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B3591-48E5-34EC-FAF1-8F61888C9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4492336" cy="3765665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sk-SK" altLang="sk-SK" dirty="0" err="1"/>
              <a:t>week</a:t>
            </a:r>
            <a:r>
              <a:rPr lang="sk-SK" altLang="sk-SK" dirty="0"/>
              <a:t> </a:t>
            </a:r>
            <a:r>
              <a:rPr lang="en-US" dirty="0"/>
              <a:t>12-13</a:t>
            </a:r>
          </a:p>
          <a:p>
            <a:r>
              <a:rPr lang="en-US" altLang="sk-SK" dirty="0">
                <a:latin typeface="Century Gothic(body)"/>
              </a:rPr>
              <a:t>finishing up</a:t>
            </a:r>
          </a:p>
          <a:p>
            <a:r>
              <a:rPr lang="en-US" altLang="sk-SK" dirty="0">
                <a:solidFill>
                  <a:srgbClr val="2B2B2B"/>
                </a:solidFill>
                <a:latin typeface="Century Gothic(body)"/>
              </a:rPr>
              <a:t>working on documentation</a:t>
            </a:r>
          </a:p>
          <a:p>
            <a:r>
              <a:rPr lang="en-US" dirty="0"/>
              <a:t>working on the final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32BBD-1FA0-15F6-4E5B-26760B43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8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FA2E-3040-1DC9-AEA7-F4947294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dirty="0"/>
              <a:t>Team Members</a:t>
            </a:r>
            <a:endParaRPr lang="sk-SK" alt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D0E41-B002-D9BE-C132-614379EA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en-US" dirty="0"/>
              <a:t>F</a:t>
            </a:r>
            <a:r>
              <a:rPr lang="sk-SK" altLang="sk-SK" dirty="0" err="1"/>
              <a:t>ilip</a:t>
            </a:r>
            <a:r>
              <a:rPr lang="sk-SK" altLang="sk-SK" dirty="0"/>
              <a:t> </a:t>
            </a:r>
            <a:r>
              <a:rPr lang="sk-SK" altLang="sk-SK" dirty="0" err="1"/>
              <a:t>Hlubík</a:t>
            </a:r>
            <a:r>
              <a:rPr lang="sk-SK" altLang="sk-SK" dirty="0"/>
              <a:t>:</a:t>
            </a:r>
            <a:r>
              <a:rPr lang="en-US" dirty="0"/>
              <a:t> 3D modelling, testing outputs</a:t>
            </a:r>
            <a:endParaRPr lang="sk-SK" altLang="sk-SK" dirty="0"/>
          </a:p>
          <a:p>
            <a:r>
              <a:rPr lang="sk-SK" altLang="sk-SK" dirty="0"/>
              <a:t>Ivana Dukayová:</a:t>
            </a:r>
            <a:r>
              <a:rPr lang="en-US" dirty="0"/>
              <a:t> data exchange, cloud service</a:t>
            </a:r>
            <a:endParaRPr lang="sk-SK" altLang="sk-SK" dirty="0"/>
          </a:p>
          <a:p>
            <a:r>
              <a:rPr lang="sk-SK" altLang="sk-SK" dirty="0"/>
              <a:t>Marek Horecký:</a:t>
            </a:r>
            <a:r>
              <a:rPr lang="en-US" dirty="0"/>
              <a:t> programming of a microprocessor, testing outputs, team leader</a:t>
            </a:r>
            <a:endParaRPr lang="sk-SK" altLang="sk-SK" dirty="0"/>
          </a:p>
          <a:p>
            <a:r>
              <a:rPr lang="sk-SK" altLang="sk-SK" dirty="0"/>
              <a:t>Richard </a:t>
            </a:r>
            <a:r>
              <a:rPr lang="sk-SK" altLang="sk-SK" dirty="0" err="1"/>
              <a:t>Bielovič</a:t>
            </a:r>
            <a:r>
              <a:rPr lang="sk-SK" altLang="sk-SK" dirty="0"/>
              <a:t>:</a:t>
            </a:r>
            <a:r>
              <a:rPr lang="en-US" dirty="0"/>
              <a:t> choosing </a:t>
            </a:r>
            <a:r>
              <a:rPr lang="sk-SK" altLang="sk-SK" dirty="0" err="1"/>
              <a:t>appropriate</a:t>
            </a:r>
            <a:r>
              <a:rPr lang="sk-SK" altLang="sk-SK" b="0" i="0" dirty="0">
                <a:solidFill>
                  <a:srgbClr val="393939"/>
                </a:solidFill>
                <a:effectLst/>
              </a:rPr>
              <a:t> </a:t>
            </a:r>
            <a:r>
              <a:rPr lang="sk-SK" altLang="sk-SK" dirty="0" err="1"/>
              <a:t>sensors</a:t>
            </a:r>
            <a:r>
              <a:rPr lang="en-US" dirty="0">
                <a:solidFill>
                  <a:srgbClr val="393939"/>
                </a:solidFill>
              </a:rPr>
              <a:t>, </a:t>
            </a:r>
            <a:r>
              <a:rPr lang="en-US" dirty="0"/>
              <a:t>assembling</a:t>
            </a:r>
            <a:r>
              <a:rPr lang="en-US" dirty="0">
                <a:solidFill>
                  <a:srgbClr val="393939"/>
                </a:solidFill>
              </a:rPr>
              <a:t> </a:t>
            </a:r>
            <a:r>
              <a:rPr lang="en-US" dirty="0"/>
              <a:t>all</a:t>
            </a:r>
            <a:r>
              <a:rPr lang="en-US" dirty="0">
                <a:solidFill>
                  <a:srgbClr val="393939"/>
                </a:solidFill>
              </a:rPr>
              <a:t> </a:t>
            </a:r>
            <a:r>
              <a:rPr lang="en-US" dirty="0"/>
              <a:t>parts</a:t>
            </a:r>
            <a:endParaRPr lang="sk-SK" altLang="sk-SK" dirty="0"/>
          </a:p>
          <a:p>
            <a:r>
              <a:rPr lang="sk-SK" altLang="sk-SK" dirty="0"/>
              <a:t>Viliam Vrba:</a:t>
            </a:r>
            <a:r>
              <a:rPr lang="en-US" dirty="0"/>
              <a:t> 3D modeling, testing outputs</a:t>
            </a:r>
            <a:endParaRPr lang="sk-SK" altLang="sk-S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1789D-1E8A-0599-EB2B-89B5FB99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CA9F-BB6B-6509-88C5-24C5AB14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dirty="0"/>
              <a:t>What do we need for the weather station</a:t>
            </a:r>
            <a:endParaRPr lang="sk-SK" alt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58B08-2FA9-5A77-1E0D-29F80968E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en-US" dirty="0"/>
              <a:t>sensors for: temperature, humidity, wind, barometric pressure, UV index, rain, …</a:t>
            </a:r>
          </a:p>
          <a:p>
            <a:r>
              <a:rPr lang="en-US" dirty="0"/>
              <a:t>Arduino board</a:t>
            </a:r>
          </a:p>
          <a:p>
            <a:r>
              <a:rPr lang="en-US" dirty="0"/>
              <a:t>display, clock module</a:t>
            </a:r>
          </a:p>
          <a:p>
            <a:r>
              <a:rPr lang="en-US" dirty="0"/>
              <a:t>material for the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EAAE0-B4A1-ACA1-F64C-E13A6B7D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11853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LightSeedLeftStep">
      <a:dk1>
        <a:srgbClr val="000000"/>
      </a:dk1>
      <a:lt1>
        <a:srgbClr val="FFFFFF"/>
      </a:lt1>
      <a:dk2>
        <a:srgbClr val="243241"/>
      </a:dk2>
      <a:lt2>
        <a:srgbClr val="E2E5E8"/>
      </a:lt2>
      <a:accent1>
        <a:srgbClr val="BA9C80"/>
      </a:accent1>
      <a:accent2>
        <a:srgbClr val="BA827F"/>
      </a:accent2>
      <a:accent3>
        <a:srgbClr val="C594A6"/>
      </a:accent3>
      <a:accent4>
        <a:srgbClr val="BA7FAD"/>
      </a:accent4>
      <a:accent5>
        <a:srgbClr val="BC94C5"/>
      </a:accent5>
      <a:accent6>
        <a:srgbClr val="967FBA"/>
      </a:accent6>
      <a:hlink>
        <a:srgbClr val="5E85A8"/>
      </a:hlink>
      <a:folHlink>
        <a:srgbClr val="7F7F7F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213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Century Gothic(body)</vt:lpstr>
      <vt:lpstr>BrushVTI</vt:lpstr>
      <vt:lpstr>Meteo Team</vt:lpstr>
      <vt:lpstr>Project timeline</vt:lpstr>
      <vt:lpstr>Project timeline</vt:lpstr>
      <vt:lpstr>Project timeline</vt:lpstr>
      <vt:lpstr>Project timeline</vt:lpstr>
      <vt:lpstr>Team Members</vt:lpstr>
      <vt:lpstr>What do we need for the weather station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Meteo Team</dc:title>
  <dc:creator>Ivana Dukayová</dc:creator>
  <cp:lastModifiedBy>Ivana Dukayová</cp:lastModifiedBy>
  <cp:revision>7</cp:revision>
  <dcterms:created xsi:type="dcterms:W3CDTF">2024-02-15T12:54:19Z</dcterms:created>
  <dcterms:modified xsi:type="dcterms:W3CDTF">2024-02-21T17:44:06Z</dcterms:modified>
</cp:coreProperties>
</file>