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6" r:id="rId6"/>
    <p:sldId id="261" r:id="rId7"/>
    <p:sldId id="267" r:id="rId8"/>
  </p:sldIdLst>
  <p:sldSz cx="12192000" cy="6858000"/>
  <p:notesSz cx="6858000" cy="9144000"/>
  <p:defaultTextStyle>
    <a:defPPr>
      <a:defRPr lang="sk-SK" alt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82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53" y="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F8577A-235C-4102-A7C2-37D9164EAE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633E70D9-98B0-4707-AFE4-122284035CAA}">
      <dgm:prSet/>
      <dgm:spPr/>
      <dgm:t>
        <a:bodyPr/>
        <a:lstStyle/>
        <a:p>
          <a:r>
            <a:rPr lang="en-US" dirty="0"/>
            <a:t>sensors for: temperature, humidity, wind, barometric pressure, UV index, rain, …</a:t>
          </a:r>
        </a:p>
      </dgm:t>
    </dgm:pt>
    <dgm:pt modelId="{793C3136-7766-4AE7-9B59-731F31B877B3}" type="parTrans" cxnId="{744B55F6-EDAD-4E63-A2E9-1BE016737B21}">
      <dgm:prSet/>
      <dgm:spPr/>
      <dgm:t>
        <a:bodyPr/>
        <a:lstStyle/>
        <a:p>
          <a:endParaRPr lang="en-US"/>
        </a:p>
      </dgm:t>
    </dgm:pt>
    <dgm:pt modelId="{85CE2C1A-F6EE-4DB7-A515-837CE8842185}" type="sibTrans" cxnId="{744B55F6-EDAD-4E63-A2E9-1BE016737B21}">
      <dgm:prSet/>
      <dgm:spPr/>
      <dgm:t>
        <a:bodyPr/>
        <a:lstStyle/>
        <a:p>
          <a:endParaRPr lang="en-US"/>
        </a:p>
      </dgm:t>
    </dgm:pt>
    <dgm:pt modelId="{821485DC-D3EE-4942-95D4-749A5B6D5BDA}">
      <dgm:prSet/>
      <dgm:spPr/>
      <dgm:t>
        <a:bodyPr/>
        <a:lstStyle/>
        <a:p>
          <a:r>
            <a:rPr lang="en-US"/>
            <a:t>Arduino board</a:t>
          </a:r>
        </a:p>
      </dgm:t>
    </dgm:pt>
    <dgm:pt modelId="{A13365C6-210D-4032-80B2-5259C0A1DB49}" type="parTrans" cxnId="{1D94D917-DC0B-4D39-8993-C3B77D10705B}">
      <dgm:prSet/>
      <dgm:spPr/>
      <dgm:t>
        <a:bodyPr/>
        <a:lstStyle/>
        <a:p>
          <a:endParaRPr lang="en-US"/>
        </a:p>
      </dgm:t>
    </dgm:pt>
    <dgm:pt modelId="{B527D2E9-EEB1-4AEF-B4B3-98018C199437}" type="sibTrans" cxnId="{1D94D917-DC0B-4D39-8993-C3B77D10705B}">
      <dgm:prSet/>
      <dgm:spPr/>
      <dgm:t>
        <a:bodyPr/>
        <a:lstStyle/>
        <a:p>
          <a:endParaRPr lang="en-US"/>
        </a:p>
      </dgm:t>
    </dgm:pt>
    <dgm:pt modelId="{6FA13BEF-A7D7-4308-BB38-8B66C87C1047}">
      <dgm:prSet/>
      <dgm:spPr/>
      <dgm:t>
        <a:bodyPr/>
        <a:lstStyle/>
        <a:p>
          <a:r>
            <a:rPr lang="en-US"/>
            <a:t>display, clock module</a:t>
          </a:r>
        </a:p>
      </dgm:t>
    </dgm:pt>
    <dgm:pt modelId="{A57163AE-EC55-4BAE-9094-FA23280090CC}" type="parTrans" cxnId="{27D1E559-CA9E-4CF4-968B-92E6E8932773}">
      <dgm:prSet/>
      <dgm:spPr/>
      <dgm:t>
        <a:bodyPr/>
        <a:lstStyle/>
        <a:p>
          <a:endParaRPr lang="en-US"/>
        </a:p>
      </dgm:t>
    </dgm:pt>
    <dgm:pt modelId="{A1FE28C7-6DE9-4C12-AEF5-CAAB0D5EFF9A}" type="sibTrans" cxnId="{27D1E559-CA9E-4CF4-968B-92E6E8932773}">
      <dgm:prSet/>
      <dgm:spPr/>
      <dgm:t>
        <a:bodyPr/>
        <a:lstStyle/>
        <a:p>
          <a:endParaRPr lang="en-US"/>
        </a:p>
      </dgm:t>
    </dgm:pt>
    <dgm:pt modelId="{625E0640-97E0-4FFB-9E15-07F49D93A4DB}">
      <dgm:prSet/>
      <dgm:spPr/>
      <dgm:t>
        <a:bodyPr/>
        <a:lstStyle/>
        <a:p>
          <a:r>
            <a:rPr lang="en-US"/>
            <a:t>material for the case</a:t>
          </a:r>
        </a:p>
      </dgm:t>
    </dgm:pt>
    <dgm:pt modelId="{8A8990C2-752B-467F-95E3-25F8882DC862}" type="parTrans" cxnId="{04035EA5-0F71-48BC-849A-38BFDFABE6E0}">
      <dgm:prSet/>
      <dgm:spPr/>
      <dgm:t>
        <a:bodyPr/>
        <a:lstStyle/>
        <a:p>
          <a:endParaRPr lang="en-US"/>
        </a:p>
      </dgm:t>
    </dgm:pt>
    <dgm:pt modelId="{4A22CF73-A921-4E29-A326-A4517794C35F}" type="sibTrans" cxnId="{04035EA5-0F71-48BC-849A-38BFDFABE6E0}">
      <dgm:prSet/>
      <dgm:spPr/>
      <dgm:t>
        <a:bodyPr/>
        <a:lstStyle/>
        <a:p>
          <a:endParaRPr lang="en-US"/>
        </a:p>
      </dgm:t>
    </dgm:pt>
    <dgm:pt modelId="{F6F4746C-395E-483A-B16C-1764272B635C}" type="pres">
      <dgm:prSet presAssocID="{CBF8577A-235C-4102-A7C2-37D9164EAE27}" presName="root" presStyleCnt="0">
        <dgm:presLayoutVars>
          <dgm:dir/>
          <dgm:resizeHandles val="exact"/>
        </dgm:presLayoutVars>
      </dgm:prSet>
      <dgm:spPr/>
    </dgm:pt>
    <dgm:pt modelId="{28349406-730D-47A2-9CF4-9680C2BC30F3}" type="pres">
      <dgm:prSet presAssocID="{633E70D9-98B0-4707-AFE4-122284035CAA}" presName="compNode" presStyleCnt="0"/>
      <dgm:spPr/>
    </dgm:pt>
    <dgm:pt modelId="{AB3C7F2C-D95E-481A-978A-1ED0E1AD8EEC}" type="pres">
      <dgm:prSet presAssocID="{633E70D9-98B0-4707-AFE4-122284035C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7AD553F6-2A6A-425C-8D1E-5DF40A0C9326}" type="pres">
      <dgm:prSet presAssocID="{633E70D9-98B0-4707-AFE4-122284035CAA}" presName="spaceRect" presStyleCnt="0"/>
      <dgm:spPr/>
    </dgm:pt>
    <dgm:pt modelId="{63D7C3A0-1A6D-40C7-B49E-6CDC645E1702}" type="pres">
      <dgm:prSet presAssocID="{633E70D9-98B0-4707-AFE4-122284035CAA}" presName="textRect" presStyleLbl="revTx" presStyleIdx="0" presStyleCnt="4">
        <dgm:presLayoutVars>
          <dgm:chMax val="1"/>
          <dgm:chPref val="1"/>
        </dgm:presLayoutVars>
      </dgm:prSet>
      <dgm:spPr/>
    </dgm:pt>
    <dgm:pt modelId="{DA5C639B-2DDE-4503-9D74-88C1FBAC3097}" type="pres">
      <dgm:prSet presAssocID="{85CE2C1A-F6EE-4DB7-A515-837CE8842185}" presName="sibTrans" presStyleCnt="0"/>
      <dgm:spPr/>
    </dgm:pt>
    <dgm:pt modelId="{78F13CE6-101B-4D64-8C59-0541719ADBB6}" type="pres">
      <dgm:prSet presAssocID="{821485DC-D3EE-4942-95D4-749A5B6D5BDA}" presName="compNode" presStyleCnt="0"/>
      <dgm:spPr/>
    </dgm:pt>
    <dgm:pt modelId="{AEB45056-1648-4081-A368-89317A7A7C37}" type="pres">
      <dgm:prSet presAssocID="{821485DC-D3EE-4942-95D4-749A5B6D5BD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78F71075-6F7D-407D-AFC4-C2E6AA709F11}" type="pres">
      <dgm:prSet presAssocID="{821485DC-D3EE-4942-95D4-749A5B6D5BDA}" presName="spaceRect" presStyleCnt="0"/>
      <dgm:spPr/>
    </dgm:pt>
    <dgm:pt modelId="{7F1EF9D5-3098-4A9F-A591-0C2AF8ABE586}" type="pres">
      <dgm:prSet presAssocID="{821485DC-D3EE-4942-95D4-749A5B6D5BDA}" presName="textRect" presStyleLbl="revTx" presStyleIdx="1" presStyleCnt="4">
        <dgm:presLayoutVars>
          <dgm:chMax val="1"/>
          <dgm:chPref val="1"/>
        </dgm:presLayoutVars>
      </dgm:prSet>
      <dgm:spPr/>
    </dgm:pt>
    <dgm:pt modelId="{D25EAB0B-53C4-4C93-981B-75BB71A08299}" type="pres">
      <dgm:prSet presAssocID="{B527D2E9-EEB1-4AEF-B4B3-98018C199437}" presName="sibTrans" presStyleCnt="0"/>
      <dgm:spPr/>
    </dgm:pt>
    <dgm:pt modelId="{3E1B9DCF-25A4-4CDD-9477-D215CBDBD1C2}" type="pres">
      <dgm:prSet presAssocID="{6FA13BEF-A7D7-4308-BB38-8B66C87C1047}" presName="compNode" presStyleCnt="0"/>
      <dgm:spPr/>
    </dgm:pt>
    <dgm:pt modelId="{C7EE86D9-F89A-4BA7-8F63-CE4C2AB06A39}" type="pres">
      <dgm:prSet presAssocID="{6FA13BEF-A7D7-4308-BB38-8B66C87C104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diny"/>
        </a:ext>
      </dgm:extLst>
    </dgm:pt>
    <dgm:pt modelId="{A1F63AB5-EC28-4EF9-918C-3E9880B8CC5B}" type="pres">
      <dgm:prSet presAssocID="{6FA13BEF-A7D7-4308-BB38-8B66C87C1047}" presName="spaceRect" presStyleCnt="0"/>
      <dgm:spPr/>
    </dgm:pt>
    <dgm:pt modelId="{DB3A053D-6875-422C-AC5C-EB2BDAFCB728}" type="pres">
      <dgm:prSet presAssocID="{6FA13BEF-A7D7-4308-BB38-8B66C87C1047}" presName="textRect" presStyleLbl="revTx" presStyleIdx="2" presStyleCnt="4">
        <dgm:presLayoutVars>
          <dgm:chMax val="1"/>
          <dgm:chPref val="1"/>
        </dgm:presLayoutVars>
      </dgm:prSet>
      <dgm:spPr/>
    </dgm:pt>
    <dgm:pt modelId="{72278CE1-C71B-463D-AB97-FB82000D993E}" type="pres">
      <dgm:prSet presAssocID="{A1FE28C7-6DE9-4C12-AEF5-CAAB0D5EFF9A}" presName="sibTrans" presStyleCnt="0"/>
      <dgm:spPr/>
    </dgm:pt>
    <dgm:pt modelId="{31625254-CFBC-4B73-97B9-ABEC0A845C3A}" type="pres">
      <dgm:prSet presAssocID="{625E0640-97E0-4FFB-9E15-07F49D93A4DB}" presName="compNode" presStyleCnt="0"/>
      <dgm:spPr/>
    </dgm:pt>
    <dgm:pt modelId="{1E2F289C-0962-41EC-9732-D1A48493E654}" type="pres">
      <dgm:prSet presAssocID="{625E0640-97E0-4FFB-9E15-07F49D93A4D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694B22E-D9BD-42C7-8686-166C218A2CB3}" type="pres">
      <dgm:prSet presAssocID="{625E0640-97E0-4FFB-9E15-07F49D93A4DB}" presName="spaceRect" presStyleCnt="0"/>
      <dgm:spPr/>
    </dgm:pt>
    <dgm:pt modelId="{ABF87180-D342-407C-8221-CC183B78E406}" type="pres">
      <dgm:prSet presAssocID="{625E0640-97E0-4FFB-9E15-07F49D93A4D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94D917-DC0B-4D39-8993-C3B77D10705B}" srcId="{CBF8577A-235C-4102-A7C2-37D9164EAE27}" destId="{821485DC-D3EE-4942-95D4-749A5B6D5BDA}" srcOrd="1" destOrd="0" parTransId="{A13365C6-210D-4032-80B2-5259C0A1DB49}" sibTransId="{B527D2E9-EEB1-4AEF-B4B3-98018C199437}"/>
    <dgm:cxn modelId="{338E2F1B-F0F7-4BA4-BC3A-0AFBDCA6A768}" type="presOf" srcId="{633E70D9-98B0-4707-AFE4-122284035CAA}" destId="{63D7C3A0-1A6D-40C7-B49E-6CDC645E1702}" srcOrd="0" destOrd="0" presId="urn:microsoft.com/office/officeart/2018/2/layout/IconLabelList"/>
    <dgm:cxn modelId="{7A451021-7430-436F-851C-DB2C2BC5C73F}" type="presOf" srcId="{821485DC-D3EE-4942-95D4-749A5B6D5BDA}" destId="{7F1EF9D5-3098-4A9F-A591-0C2AF8ABE586}" srcOrd="0" destOrd="0" presId="urn:microsoft.com/office/officeart/2018/2/layout/IconLabelList"/>
    <dgm:cxn modelId="{27493036-A9CC-4379-B342-39B83A245A61}" type="presOf" srcId="{CBF8577A-235C-4102-A7C2-37D9164EAE27}" destId="{F6F4746C-395E-483A-B16C-1764272B635C}" srcOrd="0" destOrd="0" presId="urn:microsoft.com/office/officeart/2018/2/layout/IconLabelList"/>
    <dgm:cxn modelId="{7497E153-5971-4886-B1C5-4F7E1AF450EA}" type="presOf" srcId="{625E0640-97E0-4FFB-9E15-07F49D93A4DB}" destId="{ABF87180-D342-407C-8221-CC183B78E406}" srcOrd="0" destOrd="0" presId="urn:microsoft.com/office/officeart/2018/2/layout/IconLabelList"/>
    <dgm:cxn modelId="{27D1E559-CA9E-4CF4-968B-92E6E8932773}" srcId="{CBF8577A-235C-4102-A7C2-37D9164EAE27}" destId="{6FA13BEF-A7D7-4308-BB38-8B66C87C1047}" srcOrd="2" destOrd="0" parTransId="{A57163AE-EC55-4BAE-9094-FA23280090CC}" sibTransId="{A1FE28C7-6DE9-4C12-AEF5-CAAB0D5EFF9A}"/>
    <dgm:cxn modelId="{04035EA5-0F71-48BC-849A-38BFDFABE6E0}" srcId="{CBF8577A-235C-4102-A7C2-37D9164EAE27}" destId="{625E0640-97E0-4FFB-9E15-07F49D93A4DB}" srcOrd="3" destOrd="0" parTransId="{8A8990C2-752B-467F-95E3-25F8882DC862}" sibTransId="{4A22CF73-A921-4E29-A326-A4517794C35F}"/>
    <dgm:cxn modelId="{72E6C6B1-3E3B-4F23-8BCE-0413FC0D4AE9}" type="presOf" srcId="{6FA13BEF-A7D7-4308-BB38-8B66C87C1047}" destId="{DB3A053D-6875-422C-AC5C-EB2BDAFCB728}" srcOrd="0" destOrd="0" presId="urn:microsoft.com/office/officeart/2018/2/layout/IconLabelList"/>
    <dgm:cxn modelId="{744B55F6-EDAD-4E63-A2E9-1BE016737B21}" srcId="{CBF8577A-235C-4102-A7C2-37D9164EAE27}" destId="{633E70D9-98B0-4707-AFE4-122284035CAA}" srcOrd="0" destOrd="0" parTransId="{793C3136-7766-4AE7-9B59-731F31B877B3}" sibTransId="{85CE2C1A-F6EE-4DB7-A515-837CE8842185}"/>
    <dgm:cxn modelId="{0226BF02-79C5-479A-9848-67863089CC79}" type="presParOf" srcId="{F6F4746C-395E-483A-B16C-1764272B635C}" destId="{28349406-730D-47A2-9CF4-9680C2BC30F3}" srcOrd="0" destOrd="0" presId="urn:microsoft.com/office/officeart/2018/2/layout/IconLabelList"/>
    <dgm:cxn modelId="{9DDC5957-9AF3-453C-BBBD-ABBF6B2A71CA}" type="presParOf" srcId="{28349406-730D-47A2-9CF4-9680C2BC30F3}" destId="{AB3C7F2C-D95E-481A-978A-1ED0E1AD8EEC}" srcOrd="0" destOrd="0" presId="urn:microsoft.com/office/officeart/2018/2/layout/IconLabelList"/>
    <dgm:cxn modelId="{DFEAAE91-449D-4305-B201-369547FD2792}" type="presParOf" srcId="{28349406-730D-47A2-9CF4-9680C2BC30F3}" destId="{7AD553F6-2A6A-425C-8D1E-5DF40A0C9326}" srcOrd="1" destOrd="0" presId="urn:microsoft.com/office/officeart/2018/2/layout/IconLabelList"/>
    <dgm:cxn modelId="{D848885F-43B9-4E9E-BB6A-7E20C965FFFA}" type="presParOf" srcId="{28349406-730D-47A2-9CF4-9680C2BC30F3}" destId="{63D7C3A0-1A6D-40C7-B49E-6CDC645E1702}" srcOrd="2" destOrd="0" presId="urn:microsoft.com/office/officeart/2018/2/layout/IconLabelList"/>
    <dgm:cxn modelId="{49FCD807-4933-463E-A7EB-6036404C53C1}" type="presParOf" srcId="{F6F4746C-395E-483A-B16C-1764272B635C}" destId="{DA5C639B-2DDE-4503-9D74-88C1FBAC3097}" srcOrd="1" destOrd="0" presId="urn:microsoft.com/office/officeart/2018/2/layout/IconLabelList"/>
    <dgm:cxn modelId="{A7448C93-E0D5-401F-98DE-0B53E4EA466F}" type="presParOf" srcId="{F6F4746C-395E-483A-B16C-1764272B635C}" destId="{78F13CE6-101B-4D64-8C59-0541719ADBB6}" srcOrd="2" destOrd="0" presId="urn:microsoft.com/office/officeart/2018/2/layout/IconLabelList"/>
    <dgm:cxn modelId="{81740F1B-60CF-4779-8CA2-B4F0999F820A}" type="presParOf" srcId="{78F13CE6-101B-4D64-8C59-0541719ADBB6}" destId="{AEB45056-1648-4081-A368-89317A7A7C37}" srcOrd="0" destOrd="0" presId="urn:microsoft.com/office/officeart/2018/2/layout/IconLabelList"/>
    <dgm:cxn modelId="{13360180-B544-49A6-B09F-939C08AB279B}" type="presParOf" srcId="{78F13CE6-101B-4D64-8C59-0541719ADBB6}" destId="{78F71075-6F7D-407D-AFC4-C2E6AA709F11}" srcOrd="1" destOrd="0" presId="urn:microsoft.com/office/officeart/2018/2/layout/IconLabelList"/>
    <dgm:cxn modelId="{9BB6D3A6-8790-41C0-876B-9F5B49B7103C}" type="presParOf" srcId="{78F13CE6-101B-4D64-8C59-0541719ADBB6}" destId="{7F1EF9D5-3098-4A9F-A591-0C2AF8ABE586}" srcOrd="2" destOrd="0" presId="urn:microsoft.com/office/officeart/2018/2/layout/IconLabelList"/>
    <dgm:cxn modelId="{C9381E56-30B3-43DC-AE49-A5C5D2C44933}" type="presParOf" srcId="{F6F4746C-395E-483A-B16C-1764272B635C}" destId="{D25EAB0B-53C4-4C93-981B-75BB71A08299}" srcOrd="3" destOrd="0" presId="urn:microsoft.com/office/officeart/2018/2/layout/IconLabelList"/>
    <dgm:cxn modelId="{5DA0C97F-967B-44FA-8387-EDFD714FD18A}" type="presParOf" srcId="{F6F4746C-395E-483A-B16C-1764272B635C}" destId="{3E1B9DCF-25A4-4CDD-9477-D215CBDBD1C2}" srcOrd="4" destOrd="0" presId="urn:microsoft.com/office/officeart/2018/2/layout/IconLabelList"/>
    <dgm:cxn modelId="{6244FD04-62C5-4611-A729-AA15F27AE763}" type="presParOf" srcId="{3E1B9DCF-25A4-4CDD-9477-D215CBDBD1C2}" destId="{C7EE86D9-F89A-4BA7-8F63-CE4C2AB06A39}" srcOrd="0" destOrd="0" presId="urn:microsoft.com/office/officeart/2018/2/layout/IconLabelList"/>
    <dgm:cxn modelId="{B8951359-3F21-43A1-9D33-64871D38AD80}" type="presParOf" srcId="{3E1B9DCF-25A4-4CDD-9477-D215CBDBD1C2}" destId="{A1F63AB5-EC28-4EF9-918C-3E9880B8CC5B}" srcOrd="1" destOrd="0" presId="urn:microsoft.com/office/officeart/2018/2/layout/IconLabelList"/>
    <dgm:cxn modelId="{145C2699-E353-4821-95E7-BC8AFAF27F70}" type="presParOf" srcId="{3E1B9DCF-25A4-4CDD-9477-D215CBDBD1C2}" destId="{DB3A053D-6875-422C-AC5C-EB2BDAFCB728}" srcOrd="2" destOrd="0" presId="urn:microsoft.com/office/officeart/2018/2/layout/IconLabelList"/>
    <dgm:cxn modelId="{37F4F897-F745-4BD4-9C6D-39A859AEEADC}" type="presParOf" srcId="{F6F4746C-395E-483A-B16C-1764272B635C}" destId="{72278CE1-C71B-463D-AB97-FB82000D993E}" srcOrd="5" destOrd="0" presId="urn:microsoft.com/office/officeart/2018/2/layout/IconLabelList"/>
    <dgm:cxn modelId="{7B2B0A65-4C9B-4E36-ABF6-649BDB2E4B2A}" type="presParOf" srcId="{F6F4746C-395E-483A-B16C-1764272B635C}" destId="{31625254-CFBC-4B73-97B9-ABEC0A845C3A}" srcOrd="6" destOrd="0" presId="urn:microsoft.com/office/officeart/2018/2/layout/IconLabelList"/>
    <dgm:cxn modelId="{F45B3734-BD57-498D-AE0A-47D792FA1BC8}" type="presParOf" srcId="{31625254-CFBC-4B73-97B9-ABEC0A845C3A}" destId="{1E2F289C-0962-41EC-9732-D1A48493E654}" srcOrd="0" destOrd="0" presId="urn:microsoft.com/office/officeart/2018/2/layout/IconLabelList"/>
    <dgm:cxn modelId="{617A8A95-AF13-4602-8734-E98838D40D09}" type="presParOf" srcId="{31625254-CFBC-4B73-97B9-ABEC0A845C3A}" destId="{9694B22E-D9BD-42C7-8686-166C218A2CB3}" srcOrd="1" destOrd="0" presId="urn:microsoft.com/office/officeart/2018/2/layout/IconLabelList"/>
    <dgm:cxn modelId="{333944C6-650A-4A52-86F3-2D9BA4679C25}" type="presParOf" srcId="{31625254-CFBC-4B73-97B9-ABEC0A845C3A}" destId="{ABF87180-D342-407C-8221-CC183B78E40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C7F2C-D95E-481A-978A-1ED0E1AD8EEC}">
      <dsp:nvSpPr>
        <dsp:cNvPr id="0" name=""/>
        <dsp:cNvSpPr/>
      </dsp:nvSpPr>
      <dsp:spPr>
        <a:xfrm>
          <a:off x="1227618" y="1564260"/>
          <a:ext cx="1102275" cy="11022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7C3A0-1A6D-40C7-B49E-6CDC645E1702}">
      <dsp:nvSpPr>
        <dsp:cNvPr id="0" name=""/>
        <dsp:cNvSpPr/>
      </dsp:nvSpPr>
      <dsp:spPr>
        <a:xfrm>
          <a:off x="554006" y="2988130"/>
          <a:ext cx="2449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sensors for: temperature, humidity, wind, barometric pressure, UV index, rain, …</a:t>
          </a:r>
        </a:p>
      </dsp:txBody>
      <dsp:txXfrm>
        <a:off x="554006" y="2988130"/>
        <a:ext cx="2449500" cy="720000"/>
      </dsp:txXfrm>
    </dsp:sp>
    <dsp:sp modelId="{AEB45056-1648-4081-A368-89317A7A7C37}">
      <dsp:nvSpPr>
        <dsp:cNvPr id="0" name=""/>
        <dsp:cNvSpPr/>
      </dsp:nvSpPr>
      <dsp:spPr>
        <a:xfrm>
          <a:off x="4105781" y="1564260"/>
          <a:ext cx="1102275" cy="11022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EF9D5-3098-4A9F-A591-0C2AF8ABE586}">
      <dsp:nvSpPr>
        <dsp:cNvPr id="0" name=""/>
        <dsp:cNvSpPr/>
      </dsp:nvSpPr>
      <dsp:spPr>
        <a:xfrm>
          <a:off x="3432168" y="2988130"/>
          <a:ext cx="2449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Arduino board</a:t>
          </a:r>
        </a:p>
      </dsp:txBody>
      <dsp:txXfrm>
        <a:off x="3432168" y="2988130"/>
        <a:ext cx="2449500" cy="720000"/>
      </dsp:txXfrm>
    </dsp:sp>
    <dsp:sp modelId="{C7EE86D9-F89A-4BA7-8F63-CE4C2AB06A39}">
      <dsp:nvSpPr>
        <dsp:cNvPr id="0" name=""/>
        <dsp:cNvSpPr/>
      </dsp:nvSpPr>
      <dsp:spPr>
        <a:xfrm>
          <a:off x="6983943" y="1564260"/>
          <a:ext cx="1102275" cy="11022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A053D-6875-422C-AC5C-EB2BDAFCB728}">
      <dsp:nvSpPr>
        <dsp:cNvPr id="0" name=""/>
        <dsp:cNvSpPr/>
      </dsp:nvSpPr>
      <dsp:spPr>
        <a:xfrm>
          <a:off x="6310331" y="2988130"/>
          <a:ext cx="2449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display, clock module</a:t>
          </a:r>
        </a:p>
      </dsp:txBody>
      <dsp:txXfrm>
        <a:off x="6310331" y="2988130"/>
        <a:ext cx="2449500" cy="720000"/>
      </dsp:txXfrm>
    </dsp:sp>
    <dsp:sp modelId="{1E2F289C-0962-41EC-9732-D1A48493E654}">
      <dsp:nvSpPr>
        <dsp:cNvPr id="0" name=""/>
        <dsp:cNvSpPr/>
      </dsp:nvSpPr>
      <dsp:spPr>
        <a:xfrm>
          <a:off x="9862106" y="1564260"/>
          <a:ext cx="1102275" cy="11022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87180-D342-407C-8221-CC183B78E406}">
      <dsp:nvSpPr>
        <dsp:cNvPr id="0" name=""/>
        <dsp:cNvSpPr/>
      </dsp:nvSpPr>
      <dsp:spPr>
        <a:xfrm>
          <a:off x="9188493" y="2988130"/>
          <a:ext cx="2449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material for the case</a:t>
          </a:r>
        </a:p>
      </dsp:txBody>
      <dsp:txXfrm>
        <a:off x="9188493" y="2988130"/>
        <a:ext cx="2449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D4A1F-3531-47E8-B51A-8E0F6CE221C0}" type="datetimeFigureOut">
              <a:rPr lang="sk-SK" smtClean="0"/>
              <a:t>22. 2. 2024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322FC-2518-48A5-A092-49D5212CC12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21500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 Flavor=Light 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numCol="1"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 numCol="1"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64DDFD1A-8A5F-434E-8C52-75F35656E390}" type="datetime1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4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 Flavor=Light 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C4C6FAFB-5200-4CFF-AE2A-CB21C0B753D2}" type="datetime1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6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 Flavor=Light 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numCol="1"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 numCol="1"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1CFF6F7E-F52E-4A37-BFF8-897E06B82F4A}" type="datetime1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1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 Flavor=Light 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03D6830B-BF12-412D-BF3A-1EF9CC785E39}" type="datetime1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3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 Flavor=Light 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numCol="1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numCol="1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6448826D-0927-4D28-B507-90A6FE81B2BD}" type="datetime1">
              <a:rPr lang="en-US" smtClean="0"/>
              <a:t>2/22/2024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2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 Flavor=Light 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 numCol="1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FFE6643E-BB22-4E58-BC74-603FD3706A9E}" type="datetime1">
              <a:rPr lang="en-US" smtClean="0"/>
              <a:t>2/22/2024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2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02171D23-AB43-4604-9EBC-60C7F43480CC}" type="datetime1">
              <a:rPr lang="en-US" smtClean="0"/>
              <a:t>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2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 Mask position=bottom, center 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numCol="1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CB7AEA30-DDDA-4796-9AD5-E1898BFEB4F4}" type="datetime1">
              <a:rPr lang="en-US" smtClean="0"/>
              <a:t>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3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 Flavor=Light 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numCol="1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numCol="1"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 numCol="1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CB0EB551-FBEF-4E1A-ABFC-D5C01D1C0197}" type="datetime1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1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 Flavor=Light 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numCol="1"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numCol="1"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 numCol="1"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B7B8836D-A031-4DF0-810F-B399F29AC5EB}" type="datetime1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3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158DB689-1947-4691-A47C-F79108CEAB59}" type="datetime1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24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C9854C8F-FC05-4336-A2B0-D164061A11EC}" type="datetime1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4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5B76-FE9C-4BAE-90AC-67EB8887FC23}" type="datetime1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0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4E0904-5ABD-4DC7-8562-C38580C9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4D0A0E7E-026C-0232-5FE3-C95B13E91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15" b="1001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BA8D33-8F80-E6F4-54B5-0C7C01E01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numCol="1" anchor="b">
            <a:normAutofit/>
          </a:bodyPr>
          <a:lstStyle/>
          <a:p>
            <a:r>
              <a:rPr lang="sk-SK" altLang="sk-SK" sz="4400" dirty="0" err="1"/>
              <a:t>Meteo</a:t>
            </a:r>
            <a:r>
              <a:rPr lang="sk-SK" altLang="sk-SK" sz="4400" dirty="0"/>
              <a:t>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515E4-1A7B-0B13-3699-4E2BB05F3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 numCol="1">
            <a:normAutofit fontScale="85000" lnSpcReduction="20000"/>
          </a:bodyPr>
          <a:lstStyle/>
          <a:p>
            <a:r>
              <a:rPr lang="sk-SK" altLang="sk-SK" sz="2000" dirty="0"/>
              <a:t>PROCESS CONTROL PROJECT</a:t>
            </a:r>
            <a:endParaRPr lang="en-US" sz="2000" dirty="0"/>
          </a:p>
          <a:p>
            <a:r>
              <a:rPr lang="en-US" sz="2000" dirty="0"/>
              <a:t>Initial presentation</a:t>
            </a:r>
            <a:endParaRPr lang="sk-SK" altLang="sk-SK" sz="2000" dirty="0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DEDB81FF-F846-E8A4-E875-E6E15949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7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88F20F8-60BF-42FE-A252-DFD5A7445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rgbClr val="BA9C80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EBEEB-092A-C14A-349F-1FB56238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numCol="1">
            <a:normAutofit/>
          </a:bodyPr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DCB2D6-193E-B1CC-9D10-61591BF78B65}"/>
              </a:ext>
            </a:extLst>
          </p:cNvPr>
          <p:cNvSpPr txBox="1">
            <a:spLocks/>
          </p:cNvSpPr>
          <p:nvPr/>
        </p:nvSpPr>
        <p:spPr>
          <a:xfrm>
            <a:off x="6104600" y="2041135"/>
            <a:ext cx="5249200" cy="388183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05256">
              <a:spcBef>
                <a:spcPts val="990"/>
              </a:spcBef>
              <a:buNone/>
            </a:pPr>
            <a:r>
              <a:rPr lang="en-US" sz="277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 2-3</a:t>
            </a:r>
          </a:p>
          <a:p>
            <a:pPr marL="226314" indent="-226314" defTabSz="905256">
              <a:spcBef>
                <a:spcPts val="990"/>
              </a:spcBef>
            </a:pPr>
            <a:r>
              <a:rPr lang="sk-SK" altLang="sk-SK" sz="277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deciding on sensors and electronic parts</a:t>
            </a:r>
            <a:endParaRPr lang="en-US" sz="2772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6314" indent="-226314" defTabSz="905256">
              <a:spcBef>
                <a:spcPts val="990"/>
              </a:spcBef>
            </a:pPr>
            <a:r>
              <a:rPr lang="sk-SK" altLang="sk-SK" sz="277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consulting, connecting to an MCU</a:t>
            </a:r>
            <a:endParaRPr lang="en-US" dirty="0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11D35425-E5D5-3168-1E50-184B859C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29E147-C541-3FC5-901F-AC90F5DD006B}"/>
              </a:ext>
            </a:extLst>
          </p:cNvPr>
          <p:cNvSpPr txBox="1">
            <a:spLocks/>
          </p:cNvSpPr>
          <p:nvPr/>
        </p:nvSpPr>
        <p:spPr>
          <a:xfrm>
            <a:off x="838200" y="2011679"/>
            <a:ext cx="4492336" cy="376566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k-SK" altLang="sk-SK" sz="2770" dirty="0" err="1"/>
              <a:t>week</a:t>
            </a:r>
            <a:r>
              <a:rPr lang="sk-SK" altLang="sk-SK" sz="2770" dirty="0"/>
              <a:t> </a:t>
            </a:r>
            <a:r>
              <a:rPr lang="en-US" altLang="sk-SK" sz="2770" dirty="0"/>
              <a:t>1</a:t>
            </a:r>
            <a:endParaRPr lang="en-US" sz="2770" dirty="0"/>
          </a:p>
          <a:p>
            <a:r>
              <a:rPr lang="en-US" altLang="sk-SK" sz="2770" dirty="0">
                <a:latin typeface="Century Gothic(body)"/>
              </a:rPr>
              <a:t>members selection</a:t>
            </a:r>
          </a:p>
          <a:p>
            <a:r>
              <a:rPr lang="en-US" altLang="sk-SK" sz="2770" dirty="0">
                <a:latin typeface="Century Gothic(body)"/>
              </a:rPr>
              <a:t>work distribution</a:t>
            </a:r>
          </a:p>
          <a:p>
            <a:r>
              <a:rPr lang="en-US" altLang="sk-SK" sz="2770" dirty="0">
                <a:latin typeface="Century Gothic(body)"/>
              </a:rPr>
              <a:t>initial presentation work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15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B602-DAED-58A7-04C2-EF82769D0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94F7-1BA7-ED0E-F517-5797CA9D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23C3FA-CECD-AEFA-94D6-68ED8119BB4C}"/>
              </a:ext>
            </a:extLst>
          </p:cNvPr>
          <p:cNvSpPr txBox="1">
            <a:spLocks/>
          </p:cNvSpPr>
          <p:nvPr/>
        </p:nvSpPr>
        <p:spPr>
          <a:xfrm>
            <a:off x="6113229" y="2006765"/>
            <a:ext cx="5257800" cy="421739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k-SK" altLang="sk-SK" sz="2770" dirty="0" err="1"/>
              <a:t>week</a:t>
            </a:r>
            <a:r>
              <a:rPr lang="sk-SK" altLang="sk-SK" sz="2770" dirty="0"/>
              <a:t> 4-5</a:t>
            </a:r>
            <a:endParaRPr lang="en-US" sz="2770" dirty="0"/>
          </a:p>
          <a:p>
            <a:r>
              <a:rPr lang="en-US" sz="2770" dirty="0"/>
              <a:t>working on a 3D model for the </a:t>
            </a:r>
            <a:r>
              <a:rPr lang="en-US" sz="2770" dirty="0" err="1"/>
              <a:t>meteo</a:t>
            </a:r>
            <a:r>
              <a:rPr lang="en-US" sz="2770" dirty="0"/>
              <a:t> device in Fusion360</a:t>
            </a:r>
          </a:p>
          <a:p>
            <a:r>
              <a:rPr lang="sk-SK" altLang="sk-SK" sz="2770" dirty="0" err="1"/>
              <a:t>finishing</a:t>
            </a:r>
            <a:r>
              <a:rPr lang="sk-SK" altLang="sk-SK" sz="2770" dirty="0"/>
              <a:t> </a:t>
            </a:r>
            <a:r>
              <a:rPr lang="sk-SK" altLang="sk-SK" sz="2770" dirty="0" err="1"/>
              <a:t>the</a:t>
            </a:r>
            <a:r>
              <a:rPr lang="sk-SK" altLang="sk-SK" sz="2770" dirty="0"/>
              <a:t> model, </a:t>
            </a:r>
            <a:r>
              <a:rPr lang="sk-SK" altLang="sk-SK" sz="2770" dirty="0" err="1"/>
              <a:t>consulting</a:t>
            </a:r>
            <a:endParaRPr lang="sk-SK" altLang="sk-SK" sz="277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981783-82F5-8A5A-82E8-6973EC89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4492336" cy="3765665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sk-SK" altLang="sk-SK" sz="2770" dirty="0" err="1"/>
              <a:t>week</a:t>
            </a:r>
            <a:r>
              <a:rPr lang="sk-SK" altLang="sk-SK" sz="2770" dirty="0"/>
              <a:t> </a:t>
            </a:r>
            <a:r>
              <a:rPr lang="en-US" sz="2770" dirty="0"/>
              <a:t>3-4</a:t>
            </a:r>
          </a:p>
          <a:p>
            <a:r>
              <a:rPr lang="en-US" altLang="sk-SK" sz="2770" dirty="0">
                <a:latin typeface="Century Gothic(body)"/>
              </a:rPr>
              <a:t>programming</a:t>
            </a:r>
            <a:r>
              <a:rPr kumimoji="0" lang="en-US" altLang="sk-SK" sz="277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entury Gothic(body)"/>
              </a:rPr>
              <a:t> the sensors to process the measurements</a:t>
            </a:r>
          </a:p>
          <a:p>
            <a:r>
              <a:rPr kumimoji="0" lang="en-US" altLang="sk-SK" sz="277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Century Gothic(body)"/>
              </a:rPr>
              <a:t>testing the output</a:t>
            </a:r>
          </a:p>
          <a:p>
            <a:endParaRPr lang="en-US" dirty="0"/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5DAAAFEC-9310-76F6-8087-323E2FDA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3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95B86-B635-4A8E-D74D-4A646CDB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44019-9795-B68E-4DCF-B29A49E8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1E458078-3318-9287-F767-62916BA1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E85378-7B22-53EC-D306-BC626D71A173}"/>
              </a:ext>
            </a:extLst>
          </p:cNvPr>
          <p:cNvSpPr>
            <a:spLocks/>
          </p:cNvSpPr>
          <p:nvPr/>
        </p:nvSpPr>
        <p:spPr>
          <a:xfrm>
            <a:off x="838156" y="2016199"/>
            <a:ext cx="4930877" cy="3706039"/>
          </a:xfrm>
          <a:prstGeom prst="rect">
            <a:avLst/>
          </a:prstGeom>
        </p:spPr>
        <p:txBody>
          <a:bodyPr lIns="91440" tIns="45720" rIns="91440" bIns="45720" numCol="1" anchor="t">
            <a:normAutofit/>
          </a:bodyPr>
          <a:lstStyle/>
          <a:p>
            <a:pPr defTabSz="896112">
              <a:spcAft>
                <a:spcPts val="600"/>
              </a:spcAft>
            </a:pPr>
            <a:r>
              <a:rPr lang="sk-SK" altLang="sk-SK" sz="2770" kern="1200" dirty="0" err="1">
                <a:latin typeface="+mn-lt"/>
                <a:ea typeface="+mn-ea"/>
                <a:cs typeface="+mn-cs"/>
              </a:rPr>
              <a:t>week</a:t>
            </a:r>
            <a:r>
              <a:rPr lang="sk-SK" altLang="sk-SK" sz="277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770" kern="1200" dirty="0">
                <a:latin typeface="+mn-lt"/>
                <a:ea typeface="+mn-ea"/>
                <a:cs typeface="+mn-cs"/>
              </a:rPr>
              <a:t>5-9</a:t>
            </a:r>
          </a:p>
          <a:p>
            <a:pPr marL="457200" indent="-457200" defTabSz="89611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70" dirty="0">
                <a:cs typeface="Arial"/>
              </a:rPr>
              <a:t>printing and assembling all parts  </a:t>
            </a:r>
            <a:endParaRPr lang="en-US" sz="2770" dirty="0">
              <a:solidFill>
                <a:srgbClr val="808080"/>
              </a:solidFill>
              <a:cs typeface="Arial"/>
            </a:endParaRPr>
          </a:p>
          <a:p>
            <a:pPr marL="457200" indent="-457200" defTabSz="89611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70" dirty="0">
                <a:solidFill>
                  <a:srgbClr val="2B2B2B"/>
                </a:solidFill>
                <a:cs typeface="Arial"/>
              </a:rPr>
              <a:t>consulting and</a:t>
            </a:r>
            <a:r>
              <a:rPr lang="sk-SK" sz="2770" dirty="0">
                <a:solidFill>
                  <a:srgbClr val="2B2B2B"/>
                </a:solidFill>
                <a:cs typeface="Arial"/>
              </a:rPr>
              <a:t> </a:t>
            </a:r>
            <a:r>
              <a:rPr lang="en-US" sz="2770" dirty="0" err="1">
                <a:solidFill>
                  <a:srgbClr val="2B2B2B"/>
                </a:solidFill>
                <a:cs typeface="Arial"/>
              </a:rPr>
              <a:t>correcti</a:t>
            </a:r>
            <a:r>
              <a:rPr lang="sk-SK" sz="2770" dirty="0">
                <a:solidFill>
                  <a:srgbClr val="2B2B2B"/>
                </a:solidFill>
                <a:cs typeface="Arial"/>
              </a:rPr>
              <a:t>n</a:t>
            </a:r>
            <a:r>
              <a:rPr lang="en-US" sz="2770" dirty="0">
                <a:solidFill>
                  <a:srgbClr val="2B2B2B"/>
                </a:solidFill>
                <a:cs typeface="Arial"/>
              </a:rPr>
              <a:t>g the printed parts</a:t>
            </a:r>
            <a:endParaRPr lang="en-US" sz="2770" dirty="0"/>
          </a:p>
          <a:p>
            <a:pPr marL="742950" lvl="1" indent="-285750" algn="ctr" defTabSz="896112">
              <a:spcAft>
                <a:spcPts val="600"/>
              </a:spcAft>
              <a:buFont typeface="Courier New"/>
              <a:buChar char="o"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9904A1-D271-DD2E-8419-00124F099D2C}"/>
              </a:ext>
            </a:extLst>
          </p:cNvPr>
          <p:cNvSpPr txBox="1">
            <a:spLocks/>
          </p:cNvSpPr>
          <p:nvPr/>
        </p:nvSpPr>
        <p:spPr>
          <a:xfrm>
            <a:off x="6104478" y="2011363"/>
            <a:ext cx="5174547" cy="4160837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96112">
              <a:spcBef>
                <a:spcPts val="980"/>
              </a:spcBef>
              <a:buNone/>
            </a:pPr>
            <a:r>
              <a:rPr lang="sk-SK" altLang="sk-SK" sz="2770" kern="1200" dirty="0" err="1">
                <a:latin typeface="+mn-lt"/>
                <a:ea typeface="+mn-ea"/>
                <a:cs typeface="+mn-cs"/>
              </a:rPr>
              <a:t>week</a:t>
            </a:r>
            <a:r>
              <a:rPr lang="sk-SK" altLang="sk-SK" sz="277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770" kern="1200" dirty="0">
                <a:latin typeface="+mn-lt"/>
                <a:ea typeface="+mn-ea"/>
                <a:cs typeface="+mn-cs"/>
              </a:rPr>
              <a:t>10-12</a:t>
            </a:r>
            <a:endParaRPr lang="en-US" sz="2770" kern="1200" dirty="0">
              <a:latin typeface="+mn-lt"/>
            </a:endParaRPr>
          </a:p>
          <a:p>
            <a:pPr marL="223520" indent="-223520" defTabSz="896112">
              <a:spcBef>
                <a:spcPts val="980"/>
              </a:spcBef>
            </a:pPr>
            <a:r>
              <a:rPr lang="en-US" sz="2770" kern="1200" dirty="0">
                <a:latin typeface="+mn-lt"/>
                <a:ea typeface="+mn-ea"/>
                <a:cs typeface="+mn-cs"/>
              </a:rPr>
              <a:t>integration of VESNA </a:t>
            </a:r>
            <a:r>
              <a:rPr lang="en-US" sz="2770" kern="1200" dirty="0" err="1">
                <a:latin typeface="+mn-lt"/>
                <a:ea typeface="+mn-ea"/>
                <a:cs typeface="+mn-cs"/>
              </a:rPr>
              <a:t>meteo</a:t>
            </a:r>
            <a:r>
              <a:rPr lang="en-US" sz="2770" kern="1200" dirty="0">
                <a:latin typeface="+mn-lt"/>
                <a:ea typeface="+mn-ea"/>
                <a:cs typeface="+mn-cs"/>
              </a:rPr>
              <a:t> device using API</a:t>
            </a:r>
            <a:endParaRPr lang="en-US" sz="2770" kern="1200" dirty="0">
              <a:latin typeface="+mn-lt"/>
            </a:endParaRPr>
          </a:p>
          <a:p>
            <a:pPr marL="223520" indent="-223520" defTabSz="896112">
              <a:spcBef>
                <a:spcPts val="980"/>
              </a:spcBef>
            </a:pPr>
            <a:r>
              <a:rPr lang="en-US" sz="2770" kern="1200" dirty="0">
                <a:latin typeface="+mn-lt"/>
                <a:ea typeface="+mn-ea"/>
                <a:cs typeface="+mn-cs"/>
              </a:rPr>
              <a:t>setting up the device on an IoT cloud services</a:t>
            </a:r>
            <a:endParaRPr lang="en-US" sz="2770" kern="1200" dirty="0">
              <a:latin typeface="+mn-lt"/>
            </a:endParaRPr>
          </a:p>
          <a:p>
            <a:pPr marL="223520" indent="-223520" defTabSz="896112">
              <a:spcBef>
                <a:spcPts val="980"/>
              </a:spcBef>
            </a:pPr>
            <a:r>
              <a:rPr lang="en-US" sz="2770" kern="1200" dirty="0">
                <a:latin typeface="+mn-lt"/>
                <a:ea typeface="+mn-ea"/>
                <a:cs typeface="+mn-cs"/>
              </a:rPr>
              <a:t>programming the MCU to send measurements to the cloud service</a:t>
            </a:r>
            <a:endParaRPr lang="en-US" sz="2770" dirty="0"/>
          </a:p>
        </p:txBody>
      </p:sp>
    </p:spTree>
    <p:extLst>
      <p:ext uri="{BB962C8B-B14F-4D97-AF65-F5344CB8AC3E}">
        <p14:creationId xmlns:p14="http://schemas.microsoft.com/office/powerpoint/2010/main" val="278557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4A9F1-90DA-1A53-1C07-E4EA8CD5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40AC4-5169-CA90-8695-BB0E11C0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sk-SK" altLang="sk-SK" dirty="0"/>
              <a:t>Project timeline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1514FC4A-0663-B23A-FDE3-ED570021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BC778E-A0BC-AFC8-C672-0D90841C9BCD}"/>
              </a:ext>
            </a:extLst>
          </p:cNvPr>
          <p:cNvSpPr>
            <a:spLocks/>
          </p:cNvSpPr>
          <p:nvPr/>
        </p:nvSpPr>
        <p:spPr>
          <a:xfrm>
            <a:off x="838156" y="2016199"/>
            <a:ext cx="6136576" cy="4014950"/>
          </a:xfrm>
          <a:prstGeom prst="rect">
            <a:avLst/>
          </a:prstGeom>
        </p:spPr>
        <p:txBody>
          <a:bodyPr lIns="91440" tIns="45720" rIns="91440" bIns="45720" numCol="1" anchor="t">
            <a:normAutofit/>
          </a:bodyPr>
          <a:lstStyle/>
          <a:p>
            <a:pPr defTabSz="896112">
              <a:spcAft>
                <a:spcPts val="600"/>
              </a:spcAft>
            </a:pPr>
            <a:r>
              <a:rPr lang="en-US" altLang="sk-SK" sz="2770" kern="1200" dirty="0">
                <a:latin typeface="+mn-lt"/>
                <a:ea typeface="+mn-ea"/>
                <a:cs typeface="+mn-cs"/>
              </a:rPr>
              <a:t>week 12-13</a:t>
            </a:r>
          </a:p>
          <a:p>
            <a:pPr marL="457200" indent="-457200" defTabSz="89611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sk-SK" sz="2770" kern="1200" dirty="0">
                <a:latin typeface="+mn-lt"/>
                <a:ea typeface="+mn-ea"/>
                <a:cs typeface="+mn-cs"/>
              </a:rPr>
              <a:t>finishing up</a:t>
            </a:r>
          </a:p>
          <a:p>
            <a:pPr marL="457200" indent="-457200" defTabSz="89611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sk-SK" sz="2770" kern="1200" dirty="0">
                <a:latin typeface="+mn-lt"/>
                <a:ea typeface="+mn-ea"/>
                <a:cs typeface="+mn-cs"/>
              </a:rPr>
              <a:t>working on documentation</a:t>
            </a:r>
          </a:p>
          <a:p>
            <a:pPr marL="457200" indent="-457200" defTabSz="89611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sk-SK" sz="2770" kern="1200" dirty="0">
                <a:latin typeface="+mn-lt"/>
                <a:ea typeface="+mn-ea"/>
                <a:cs typeface="+mn-cs"/>
              </a:rPr>
              <a:t>working on the final presentation</a:t>
            </a:r>
            <a:endParaRPr lang="en-US" dirty="0"/>
          </a:p>
        </p:txBody>
      </p:sp>
      <p:pic>
        <p:nvPicPr>
          <p:cNvPr id="7" name="Graphic 6" descr="Znak začiarknutia">
            <a:extLst>
              <a:ext uri="{FF2B5EF4-FFF2-40B4-BE49-F238E27FC236}">
                <a16:creationId xmlns:a16="http://schemas.microsoft.com/office/drawing/2014/main" id="{F8308495-1E0A-D6D2-7189-CC5BC2479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4866" y="1704485"/>
            <a:ext cx="3449030" cy="34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2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FA2E-3040-1DC9-AEA7-F4947294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dirty="0"/>
              <a:t>Team Members</a:t>
            </a:r>
            <a:endParaRPr lang="sk-SK" alt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D0E41-B002-D9BE-C132-614379EA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sz="2770" dirty="0"/>
              <a:t>F</a:t>
            </a:r>
            <a:r>
              <a:rPr lang="sk-SK" altLang="sk-SK" sz="2770" dirty="0" err="1"/>
              <a:t>ilip</a:t>
            </a:r>
            <a:r>
              <a:rPr lang="sk-SK" altLang="sk-SK" sz="2770" dirty="0"/>
              <a:t> </a:t>
            </a:r>
            <a:r>
              <a:rPr lang="sk-SK" altLang="sk-SK" sz="2770" dirty="0" err="1"/>
              <a:t>Hlubík</a:t>
            </a:r>
            <a:r>
              <a:rPr lang="sk-SK" altLang="sk-SK" sz="2770" dirty="0"/>
              <a:t>:</a:t>
            </a:r>
            <a:r>
              <a:rPr lang="en-US" sz="2770" dirty="0"/>
              <a:t> 3D modelling, testing outputs</a:t>
            </a:r>
            <a:endParaRPr lang="sk-SK" altLang="sk-SK" sz="2770" dirty="0"/>
          </a:p>
          <a:p>
            <a:r>
              <a:rPr lang="sk-SK" altLang="sk-SK" sz="2770" dirty="0"/>
              <a:t>Ivana Dukayová:</a:t>
            </a:r>
            <a:r>
              <a:rPr lang="en-US" sz="2770" dirty="0"/>
              <a:t> data exchange, cloud service</a:t>
            </a:r>
            <a:endParaRPr lang="sk-SK" altLang="sk-SK" sz="2770" dirty="0"/>
          </a:p>
          <a:p>
            <a:r>
              <a:rPr lang="sk-SK" altLang="sk-SK" sz="2770" dirty="0"/>
              <a:t>Marek Horecký:</a:t>
            </a:r>
            <a:r>
              <a:rPr lang="en-US" sz="2770" dirty="0"/>
              <a:t> programming of a microprocessor, testing outputs, team leader</a:t>
            </a:r>
            <a:endParaRPr lang="sk-SK" altLang="sk-SK" sz="2770" dirty="0"/>
          </a:p>
          <a:p>
            <a:r>
              <a:rPr lang="sk-SK" altLang="sk-SK" sz="2770" dirty="0"/>
              <a:t>Richard </a:t>
            </a:r>
            <a:r>
              <a:rPr lang="sk-SK" altLang="sk-SK" sz="2770" dirty="0" err="1"/>
              <a:t>Bielovič</a:t>
            </a:r>
            <a:r>
              <a:rPr lang="sk-SK" altLang="sk-SK" sz="2770" dirty="0"/>
              <a:t>:</a:t>
            </a:r>
            <a:r>
              <a:rPr lang="en-US" sz="2770" dirty="0"/>
              <a:t> choosing </a:t>
            </a:r>
            <a:r>
              <a:rPr lang="sk-SK" altLang="sk-SK" sz="2770" dirty="0" err="1"/>
              <a:t>appropriate</a:t>
            </a:r>
            <a:r>
              <a:rPr lang="sk-SK" altLang="sk-SK" sz="2770" b="0" i="0" dirty="0">
                <a:solidFill>
                  <a:srgbClr val="393939"/>
                </a:solidFill>
                <a:effectLst/>
              </a:rPr>
              <a:t> </a:t>
            </a:r>
            <a:r>
              <a:rPr lang="sk-SK" altLang="sk-SK" sz="2770" dirty="0" err="1"/>
              <a:t>sensors</a:t>
            </a:r>
            <a:r>
              <a:rPr lang="en-US" sz="2770" dirty="0">
                <a:solidFill>
                  <a:srgbClr val="393939"/>
                </a:solidFill>
              </a:rPr>
              <a:t>, </a:t>
            </a:r>
            <a:r>
              <a:rPr lang="en-US" sz="2770" dirty="0"/>
              <a:t>assembling</a:t>
            </a:r>
            <a:r>
              <a:rPr lang="en-US" sz="2770" dirty="0">
                <a:solidFill>
                  <a:srgbClr val="393939"/>
                </a:solidFill>
              </a:rPr>
              <a:t> </a:t>
            </a:r>
            <a:r>
              <a:rPr lang="en-US" sz="2770" dirty="0"/>
              <a:t>all</a:t>
            </a:r>
            <a:r>
              <a:rPr lang="en-US" sz="2770" dirty="0">
                <a:solidFill>
                  <a:srgbClr val="393939"/>
                </a:solidFill>
              </a:rPr>
              <a:t> </a:t>
            </a:r>
            <a:r>
              <a:rPr lang="en-US" sz="2770" dirty="0"/>
              <a:t>parts</a:t>
            </a:r>
            <a:endParaRPr lang="sk-SK" altLang="sk-SK" sz="2770" dirty="0"/>
          </a:p>
          <a:p>
            <a:r>
              <a:rPr lang="sk-SK" altLang="sk-SK" sz="2770" dirty="0"/>
              <a:t>Viliam Vrba:</a:t>
            </a:r>
            <a:r>
              <a:rPr lang="en-US" sz="2770" dirty="0"/>
              <a:t> 3D modeling, testing outputs</a:t>
            </a:r>
            <a:endParaRPr lang="sk-SK" altLang="sk-SK" sz="277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1789D-1E8A-0599-EB2B-89B5FB99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5923-8D03-5974-6F41-A81E2DDA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15840-9ED0-7917-8075-469B5FD5FD3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do we need for the weather station</a:t>
            </a:r>
            <a:endParaRPr lang="sk-SK" altLang="sk-SK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1F580FB-2C49-A290-8E2C-43077876FD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995448"/>
              </p:ext>
            </p:extLst>
          </p:nvPr>
        </p:nvGraphicFramePr>
        <p:xfrm>
          <a:off x="0" y="1585608"/>
          <a:ext cx="12192000" cy="5272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070081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LightSeedLeftStep">
      <a:dk1>
        <a:srgbClr val="000000"/>
      </a:dk1>
      <a:lt1>
        <a:srgbClr val="FFFFFF"/>
      </a:lt1>
      <a:dk2>
        <a:srgbClr val="243241"/>
      </a:dk2>
      <a:lt2>
        <a:srgbClr val="E2E5E8"/>
      </a:lt2>
      <a:accent1>
        <a:srgbClr val="BA9C80"/>
      </a:accent1>
      <a:accent2>
        <a:srgbClr val="BA827F"/>
      </a:accent2>
      <a:accent3>
        <a:srgbClr val="C594A6"/>
      </a:accent3>
      <a:accent4>
        <a:srgbClr val="BA7FAD"/>
      </a:accent4>
      <a:accent5>
        <a:srgbClr val="BC94C5"/>
      </a:accent5>
      <a:accent6>
        <a:srgbClr val="967FBA"/>
      </a:accent6>
      <a:hlink>
        <a:srgbClr val="5E85A8"/>
      </a:hlink>
      <a:folHlink>
        <a:srgbClr val="7F7F7F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215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Century Gothic(body)</vt:lpstr>
      <vt:lpstr>Courier New</vt:lpstr>
      <vt:lpstr>BrushVTI</vt:lpstr>
      <vt:lpstr>Meteo Team</vt:lpstr>
      <vt:lpstr>Project timeline</vt:lpstr>
      <vt:lpstr>Project timeline</vt:lpstr>
      <vt:lpstr>Project timeline</vt:lpstr>
      <vt:lpstr>Project timeline</vt:lpstr>
      <vt:lpstr>Team Members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Meteo Team</dc:title>
  <dc:creator>Ivana Dukayová</dc:creator>
  <cp:lastModifiedBy>Ivana Dukayová</cp:lastModifiedBy>
  <cp:revision>58</cp:revision>
  <dcterms:created xsi:type="dcterms:W3CDTF">2024-02-15T12:54:19Z</dcterms:created>
  <dcterms:modified xsi:type="dcterms:W3CDTF">2024-02-22T08:52:19Z</dcterms:modified>
</cp:coreProperties>
</file>